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D&amp;G China — Student Discussion Questions</dc:title>
  <dc:subject/>
  <dc:creator>Dr. Arne Floh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