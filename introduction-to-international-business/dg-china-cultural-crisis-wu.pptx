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Sensitivity and Crisis Management: The D&amp;G China Case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